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402820-26C6-4B3D-B29B-39E75F0BCC73}">
  <a:tblStyle styleId="{62402820-26C6-4B3D-B29B-39E75F0BCC7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uni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project looks at a practical problem in wireless communication and we will cover more details in this quick presentation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19cad491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19cad491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“Before getting into the results, here are the key abbreviations used throughout the presentation.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OFDM is the multicarrier modulation used in WiFi and 5G.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PAPR is the peak-to-average power ratio, which is the core issue we’re trying to reduce.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 stands for power amplifier, and BO stands for back-off, which is how much we reduce PA input power to reduce distortion.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EVM and BER measure in-band signal quality, while ACLR measures spectral leakage.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SNR is signal-to-noise ratio, and SLM, PTS, and TR are the three PAPR reduction techniques I evaluate.”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ee6343a58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ee6343a5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OFDM signals naturally have very large peaks compared to their average power. Because real power amplifiers are nonlinear, those peaks cause distortion unless the amplifier is operated with significant back-off. That back-off directly reduces power efficiency, reduces output power, and wastes energy.”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“The goal of this project is to maintain the same link quality while using less back-off. That directly improves efficiency or extends wireless range.”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“My contribution is a clean, head-to-head comparison of several common PAPR reduction techniques using a target-EVM efficiency viewpoint with multi-seed averaging so the results are statistically meaningful.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ee6343a5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ee6343a5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built a full end-to-end MATLAB simulation of an OFDM wireless link with a nonlinear power amplifier in the transmit chain. The system uses 256 subcarriers with 16-QAM modulation, a cyclic prefix of 16, and 4× oversampling to properly capture peaks.”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“I swept SNR from 10 to 30 dB and back-off from 0 to 8 dB. Every data point is averaged over five random seeds to reduce randomness.”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“There is no equalizer enabled, so distortion from the power amplifier is not hidden. ACLR is computed from the power spectral density so we can directly measure spectral regrowth.”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ee6343a5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ee6343a5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BASE is the reference with no mitigation. SLM generates multiple randomized phase versions of the same OFDM symbol and transmits the one with the lowest PAPR.”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“PTS divides the OFDM symbol into subblocks and optimizes the phase of each block to reduce peaks.”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“Tone reservation sets aside a small percentage of subcarriers that are optimized specifically to cancel peaks in the time domain.”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“The plots on the right show that increasing SLM order or PTS block count improves EVM, but with diminishing returns.”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ee6343a5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ee6343a5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“This slide shows two very important results. First, SLM and PTS reduce the 0.1% PAPR tail by about 1 dB compared to the baseline. That means the worst signal peaks are physically smaller.”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“Second, at a fixed back-off, EVM is consistently improved under power amplifier nonlinearity. BER follows the same trend as EVM, with no unexpected behavior across the SNR range.”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“This confirms that PAPR reduction directly translates into better in-band signal quality under nonlinear amplification.”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ee6343a5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ee6343a5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“Here we look at adjacent-channel leakage ratio, or ACLR. As expected, ACLR improves as back-off increases.”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“More importantly, SLM, PTS, and TR introduce no spectral penalty. In some cases they slightly improve ACLR relative to BASE because reduced peaks cause less spectral regrowth.”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“This confirms that the in-band performance gains do not come at the expense of spectral compliance.”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ee6343a58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ee6343a5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“The innovation is a target-EVM, efficiency-based comparison of PAPR reduction methods under identical nonlinear PA conditions, with statistical averaging to quantify real transmitter benefit.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slide shows performance using a target EVM of 3 percent. The bars indicate how much EVM improvement each method provides at zero back-off for SNR values of 20 and 25 dB.”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“At these SNRs, SLM provides the largest improvement over the baseline, with PTS giving a smaller gain and tone reservation showing no effect in this configuration.”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“These improvements correspond to roughly 1 dB less required back-off to meet the same EVM target, which directly translates to higher power amplifier efficiency or increased transmit range.”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Typical work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Fix PA back-off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Plot EVM vs SNR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Or plot CCDF(PAPR)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Implicit assumption: lower PAPR automatically helps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Your work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Fix </a:t>
            </a:r>
            <a:r>
              <a:rPr b="1" lang="en">
                <a:solidFill>
                  <a:schemeClr val="dk1"/>
                </a:solidFill>
              </a:rPr>
              <a:t>EVM requirement</a:t>
            </a:r>
            <a:r>
              <a:rPr lang="en">
                <a:solidFill>
                  <a:schemeClr val="dk1"/>
                </a:solidFill>
              </a:rPr>
              <a:t> (communication quality)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</a:t>
            </a:r>
            <a:r>
              <a:rPr i="1" lang="en">
                <a:solidFill>
                  <a:schemeClr val="dk1"/>
                </a:solidFill>
              </a:rPr>
              <a:t>what is the minimum back-off needed to meet it?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ee6343a58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ee6343a5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“There are a few limitations to this study. The power amplifier model has no memory effects, multipath is disabled, and only 16-QAM is evaluated.”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“Both SLM and PTS show diminishing returns as their order increases.”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“Next steps include enabling multipath, adding equalization, testing 64-QAM, analyzing runtime complexity, and optimizing tone reservation placement.”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“The bottom line is that achieving about a 1 dB back-off reduction at equal EVM is a meaningful efficiency improvement.”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ee6343a58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ee6343a58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Why does OFDM have high PAPR?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Because OFDM adds many subcarriers together in the time domain. When many sinusoids align in phase, they create large peaks compared to the average signal power.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 What is back-off and why is it needed?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Back-off is reducing the PA input power so the PA stays in its linear region. It prevents nonlinear distortion, protects EVM/BER, and limits spectral regrowth.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3. What exactly improves when you reduce PAPR?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Lower peaks → less time spent in the nonlinear region of the PA → better EVM, lower BER, lower spectral regrowth, and the ability to operate with </a:t>
            </a:r>
            <a:r>
              <a:rPr b="1" lang="en">
                <a:solidFill>
                  <a:schemeClr val="dk1"/>
                </a:solidFill>
              </a:rPr>
              <a:t>less back-off</a:t>
            </a:r>
            <a:r>
              <a:rPr lang="en">
                <a:solidFill>
                  <a:schemeClr val="dk1"/>
                </a:solidFill>
              </a:rPr>
              <a:t>, improving PA efficiency.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4. Why is a 1 dB improvement meaningful?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PA efficiency rises steeply near saturation. Saving 1 dB of back-off can increase PA efficiency by 5–10% and increase usable transmit power by ~25%.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5. Why does SLM outperform PTS and TR?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SLM applies global phase randomization and selects the lowest-PAPR candidate.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PTS only optimizes block phases, and TR was limited because only 10% of tones were reserved.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6. Why does TR show almost no EVM improvement in your results?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With only 10% reserved tones, TR doesn’t have enough degrees of freedom to significantly cancel peaks. It reduces rare peaks slightly, but not enough to change the PA’s nonlinear distortion at BO = 0 dB.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7. Why did you disable the equalizer?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An equalizer can hide nonlinear PA distortion. Keeping it off ensures the results directly reflect PAPR reduction performance under nonlinearity.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8. Why choose a 3% EVM target?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3% is a standard quality threshold for 16-QAM, consistent with real wireless specifications (e.g., WiFi, LTE). It provides a meaningful reference point.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9. How do your results relate to real hardware?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Trends remain the same: reducing PAPR lowers PA distortion and allows for lower back-off. The exact numbers vary by PA type, but the behavior is realistic.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10. What is the main takeaway of your entire study?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SLM and PTS reduce PAPR enough to save about </a:t>
            </a:r>
            <a:r>
              <a:rPr b="1" lang="en">
                <a:solidFill>
                  <a:schemeClr val="dk1"/>
                </a:solidFill>
              </a:rPr>
              <a:t>1 dB of required back-off</a:t>
            </a:r>
            <a:r>
              <a:rPr lang="en">
                <a:solidFill>
                  <a:schemeClr val="dk1"/>
                </a:solidFill>
              </a:rPr>
              <a:t> at equal EVM, with zero spectral penalty. This translates to </a:t>
            </a:r>
            <a:r>
              <a:rPr b="1" lang="en">
                <a:solidFill>
                  <a:schemeClr val="dk1"/>
                </a:solidFill>
              </a:rPr>
              <a:t>higher PA efficiency</a:t>
            </a:r>
            <a:r>
              <a:rPr lang="en">
                <a:solidFill>
                  <a:schemeClr val="dk1"/>
                </a:solidFill>
              </a:rPr>
              <a:t> in real transmitters.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b="1" lang="en" sz="1700">
                <a:solidFill>
                  <a:schemeClr val="dk1"/>
                </a:solidFill>
              </a:rPr>
              <a:t>1. Why does reducing PAPR actually improve EVM under a nonlinear PA?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High PAPR signals spend more time near the PA’s saturation region, where AM/AM compression is strongest. This nonlinear distortion spreads energy across constellation points, increasing EVM. By reducing rare but extreme peaks, PAPR reduction keeps more samples in the quasi-linear region, reducing distortion and improving EVM.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2. Why does SLM outperform PTS in your results?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SLM explores multiple globally phase-rotated candidates and selects the lowest-PAPR waveform, giving more degrees of freedom per OFDM symbol. PTS is constrained by block partitioning and a greedy phase search, which limits how well it can suppress global peaks.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3. Why does Tone Reservation (TR) show little or no improvement?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TR effectiveness depends on the number of reserved tones and the cancellation algorithm. With only 10% reserved tones and a single-shot least-squares solution, TR has limited freedom to suppress large peaks, so its PAPR tail and PA distortion remain close to the BASE case.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4. Is a 1 dB improvement in back-off actually meaningful?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Yes. PA efficiency scales exponentially with back-off. A 1 dB reduction can translate to roughly 20–25% improvement in power efficiency or equivalent range extension, which is significant in battery-powered or high-power RF systems.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5. Why did you focus on the 0.1% CCDF point instead of average PAPR?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Rare high peaks dominate PA compression and spectral regrowth. The 0.1% tail better captures worst-case behavior that drives EVM and ACLR, whereas average PAPR underestimates the impact of extreme peaks.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6. Why did you disable receiver equalization?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Equalization can partially undo nonlinear distortion and mask differences between PAPR reduction methods. Disabling it isolates the transmitter-side effects and makes EVM differences attributable primarily to PA nonlinearity.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7. Why use multi-seed averaging instead of a single run?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OFDM PAPR and EVM vary significantly with random data and noise. Multi-seed averaging reduces statistical bias and provides uncertainty estimates, making comparisons more robust and reproducible.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8. Why does ACLR improve with increasing back-off for all methods?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Higher back-off pushes the PA toward its linear operating region, reducing spectral regrowth caused by nonlinear distortion. This behavior is independent of the PAPR method and reflects fundamental PA characteristics.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9. Why doesn’t PAPR reduction significantly hurt ACLR or BER?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SLM and PTS preserve orthogonality and constellation structure, only modifying phases. TR uses reserved tones outside data subcarriers. As a result, in-band distortion and adjacent-channel leakage are not increased and may even improve slightly.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10. Why did you choose 16-QAM instead of higher-order modulation?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16-QAM provides a clear baseline where PA distortion effects are visible without being dominated by noise sensitivity. Higher-order modulations would amplify EVM sensitivity but follow the same qualitative trends.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11. Why is oversampling necessary in your OFDM modulation?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Oversampling captures inter-sample peaks that would otherwise be missed. Without oversampling, PAPR would be underestimated and PA distortion effects would not be accurately modeled.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12. Why does SLM performance saturate when increasing U from 2 to 4?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Additional candidates improve peak suppression initially, but diminishing returns occur once the lowest achievable peak distribution is reached. Beyond that, extra candidates rarely produce significantly better waveforms.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13. Is your PA model realistic?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Answer: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It is a memoryless soft-limiting AM/AM model, which captures first-order nonlinear behavior. While it does not include memory effects or AM/PM distortion, it is sufficient to demonstrate relative performance trends between PAPR methods.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fdc69bf4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fdc69bf4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PAPR Reduction for OFDM under PA Nonlinearity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960"/>
              <a:t>Gavin Garrison</a:t>
            </a:r>
            <a:endParaRPr sz="196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960"/>
              <a:t>Modern </a:t>
            </a:r>
            <a:r>
              <a:rPr lang="en" sz="1960"/>
              <a:t>Communication</a:t>
            </a:r>
            <a:r>
              <a:rPr lang="en" sz="1960"/>
              <a:t> Systems</a:t>
            </a:r>
            <a:endParaRPr sz="196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960"/>
              <a:t>12/12/2025</a:t>
            </a:r>
            <a:endParaRPr sz="1960"/>
          </a:p>
        </p:txBody>
      </p:sp>
      <p:sp>
        <p:nvSpPr>
          <p:cNvPr id="130" name="Google Shape;130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289300" y="3503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Terms</a:t>
            </a:r>
            <a:endParaRPr/>
          </a:p>
        </p:txBody>
      </p:sp>
      <p:sp>
        <p:nvSpPr>
          <p:cNvPr id="136" name="Google Shape;136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37" name="Google Shape;137;p14"/>
          <p:cNvGraphicFramePr/>
          <p:nvPr/>
        </p:nvGraphicFramePr>
        <p:xfrm>
          <a:off x="289300" y="105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{62402820-26C6-4B3D-B29B-39E75F0BCC73}</a:tableStyleId>
              </a:tblPr>
              <a:tblGrid>
                <a:gridCol w="3231500"/>
                <a:gridCol w="2971925"/>
                <a:gridCol w="2361950"/>
              </a:tblGrid>
              <a:tr h="989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OFDM – Multicarrier modulation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PAPR – Peak-to-average ratio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PA – Power amplifier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BO – Power back-off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EVM – Signal quality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BER – Bit error rate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ACLR – Adjacent-channel leakage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SNR – Signal-to-noise ratio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SLM – Selected Mapping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PTS – Partial Transmit Sequence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TR – Tone Reservation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BASE – No mitigation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Matters</a:t>
            </a:r>
            <a:endParaRPr/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819150" y="1528525"/>
            <a:ext cx="7102500" cy="29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369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70"/>
              <a:buChar char="●"/>
            </a:pPr>
            <a:r>
              <a:rPr lang="en" sz="1970"/>
              <a:t>OFDM has large peaks that force PA back-off, reducing efficiency</a:t>
            </a:r>
            <a:endParaRPr sz="1970"/>
          </a:p>
          <a:p>
            <a:pPr indent="-35369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70"/>
              <a:buChar char="●"/>
            </a:pPr>
            <a:r>
              <a:rPr lang="en" sz="1970"/>
              <a:t>Goal: maintain link quality with less PA back-off</a:t>
            </a:r>
            <a:endParaRPr sz="1970"/>
          </a:p>
          <a:p>
            <a:pPr indent="-35369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70"/>
              <a:buChar char="●"/>
            </a:pPr>
            <a:r>
              <a:rPr lang="en" sz="1970"/>
              <a:t>Contribution: consistent head-to-head comparison of BASE, SLM, PTS, TR using a target-EVM view and multi-seed averaging</a:t>
            </a:r>
            <a:endParaRPr sz="1970"/>
          </a:p>
        </p:txBody>
      </p:sp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 Built</a:t>
            </a:r>
            <a:endParaRPr/>
          </a:p>
        </p:txBody>
      </p:sp>
      <p:sp>
        <p:nvSpPr>
          <p:cNvPr id="150" name="Google Shape;150;p16"/>
          <p:cNvSpPr txBox="1"/>
          <p:nvPr>
            <p:ph idx="1" type="body"/>
          </p:nvPr>
        </p:nvSpPr>
        <p:spPr>
          <a:xfrm>
            <a:off x="819150" y="1528525"/>
            <a:ext cx="6544500" cy="29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End-to-end MATLAB PA-distorted OFDM link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256 subcarriers, 16-QAM, CP 16, oversampling 4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SNR 10–30 dB, back-off 0–8 dB, 5 seeds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No equalizer, ACLR via PSD</a:t>
            </a:r>
            <a:endParaRPr sz="2200"/>
          </a:p>
        </p:txBody>
      </p:sp>
      <p:sp>
        <p:nvSpPr>
          <p:cNvPr id="151" name="Google Shape;151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291900" y="793275"/>
            <a:ext cx="37530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Compared</a:t>
            </a:r>
            <a:endParaRPr/>
          </a:p>
        </p:txBody>
      </p:sp>
      <p:graphicFrame>
        <p:nvGraphicFramePr>
          <p:cNvPr id="157" name="Google Shape;157;p17"/>
          <p:cNvGraphicFramePr/>
          <p:nvPr/>
        </p:nvGraphicFramePr>
        <p:xfrm>
          <a:off x="291888" y="146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{62402820-26C6-4B3D-B29B-39E75F0BCC73}</a:tableStyleId>
              </a:tblPr>
              <a:tblGrid>
                <a:gridCol w="1221875"/>
                <a:gridCol w="21167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Method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Key Idea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BASE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No mitigation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SLM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4 phase candidates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PTS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4 subblocks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TR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10% tones reserved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9" name="Google Shape;159;p17" title="sensitivity_slm_p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7725" y="1087949"/>
            <a:ext cx="4608976" cy="3455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PAPR and In Band Quality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819150" y="1528525"/>
            <a:ext cx="3624300" cy="29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SLM and PTS reduce 0.1% PAPR tail by about 1 dB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EVM improves at fixed back-off under PA nonlinearity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BER tracks EVM with no anomalous behavior</a:t>
            </a:r>
            <a:endParaRPr sz="2200"/>
          </a:p>
        </p:txBody>
      </p:sp>
      <p:sp>
        <p:nvSpPr>
          <p:cNvPr id="166" name="Google Shape;166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7" name="Google Shape;167;p18" title="ccdf_pap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3375" y="1528525"/>
            <a:ext cx="4185699" cy="313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Spectral Behavior</a:t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819150" y="1528525"/>
            <a:ext cx="3894300" cy="29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ACLR improves monotonically with back-off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SLM, PTS, and TR introduce no spectral penalty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Adjacent-channel performance preserved with mitigation</a:t>
            </a:r>
            <a:endParaRPr sz="2200"/>
          </a:p>
        </p:txBody>
      </p:sp>
      <p:sp>
        <p:nvSpPr>
          <p:cNvPr id="174" name="Google Shape;174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5" name="Google Shape;175;p19" title="aclr_vs_backo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3450" y="1417975"/>
            <a:ext cx="4176366" cy="313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Innovation: </a:t>
            </a:r>
            <a:r>
              <a:rPr lang="en"/>
              <a:t>Efficiency via Target EVM</a:t>
            </a:r>
            <a:endParaRPr/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819150" y="1528525"/>
            <a:ext cx="3894300" cy="29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Target EVM set to 3%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At 20 to 25 dB SNR, SLM meets target with about 1 dB less back-off than BASE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Lower back-off directly maps to higher PA efficiency or extended range</a:t>
            </a:r>
            <a:endParaRPr sz="2200"/>
          </a:p>
        </p:txBody>
      </p:sp>
      <p:sp>
        <p:nvSpPr>
          <p:cNvPr id="182" name="Google Shape;182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3" name="Google Shape;183;p20" title="evm_gain_vs_BASE_BO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3450" y="1528525"/>
            <a:ext cx="4062476" cy="3046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and Takeaways</a:t>
            </a:r>
            <a:endParaRPr/>
          </a:p>
        </p:txBody>
      </p:sp>
      <p:sp>
        <p:nvSpPr>
          <p:cNvPr id="189" name="Google Shape;189;p21"/>
          <p:cNvSpPr txBox="1"/>
          <p:nvPr>
            <p:ph idx="1" type="body"/>
          </p:nvPr>
        </p:nvSpPr>
        <p:spPr>
          <a:xfrm>
            <a:off x="819150" y="1528525"/>
            <a:ext cx="6963000" cy="29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No PA memory, multipath off, 16-QAM only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Diminishing returns for higher SLM and PTS order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Add multipath, EQ, 64-QAM, runtime, and TR placement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Bottom line is about 1 dB back-off reduction at equal EVM</a:t>
            </a:r>
            <a:endParaRPr sz="2200"/>
          </a:p>
        </p:txBody>
      </p:sp>
      <p:sp>
        <p:nvSpPr>
          <p:cNvPr id="190" name="Google Shape;190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819150" y="20944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Questions?</a:t>
            </a:r>
            <a:endParaRPr sz="4500"/>
          </a:p>
        </p:txBody>
      </p:sp>
      <p:sp>
        <p:nvSpPr>
          <p:cNvPr id="196" name="Google Shape;196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References:</a:t>
            </a:r>
            <a:endParaRPr/>
          </a:p>
        </p:txBody>
      </p:sp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[1] S. Weinstein and P. Ebert, “Data transmission by frequency-division multiplexing using the discrete Fourier transform,”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IEEE Transactions on Communication Technology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vol. 19, no. 5, pp. 628–634, Oct. 1971.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 R. van Nee and R. Prasad,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OFDM for Wireless Multimedia Communications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Boston, MA, USA: Artech House, 2000.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[3] S. H. Han and J. H. Lee, “An overview of peak-to-average power ratio reduction techniques for multicarrier transmission,”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IEEE Wireless Communications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vol. 12, no. 2, pp. 56–65, Apr. 2005.</a:t>
            </a:r>
            <a:endParaRPr/>
          </a:p>
        </p:txBody>
      </p:sp>
      <p:sp>
        <p:nvSpPr>
          <p:cNvPr id="203" name="Google Shape;203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